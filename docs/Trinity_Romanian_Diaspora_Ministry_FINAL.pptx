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C1512">
              <a:alpha val="5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4" name="Image 0" descr="/home/workdir/artifacts/trinity_bgs/trinity_log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TRINITY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spc="200" kern="0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Faith • Community • Hope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Nonprofit Ministry for the Romanian Orthodox Diaspora in the United States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Endorsed by the Romanian Consulate in Los Angeles &amp; the Romanian Patriarchate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C151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NEED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Bridging the Gap for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Romanian Orthodox Faithful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one million Romanians call the United States home. Many face the quiet ache of spiritual disconnection — far from ancestral parishes, navigating life in a new land while striving to pass on the beauty of Orthodox faith and Romanian culture to their children.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4747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Trinity was born to answer this call: a living bridge of faith, practical help, and authentic community for the diaspora.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512">
              <a:alpha val="5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INTRODUCING TRINITY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Three Pillars. One Sacred Mission.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Rooted in the Holy Trinity and the rich tradition of the Romanian Orthodox Church, Trinity offers a holistic ministry of presence, compassion, and celebration for Romanians across America.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3F1213">
              <a:alpha val="92000"/>
            </a:srgbClr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4231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Tangible compassion and practical support for families and individuals in need.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21488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3F1213">
              <a:alpha val="92000"/>
            </a:srgbClr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4231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118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 relationships, spiritual networks, and a true sense of belonging.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55080" y="21488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3F1213">
              <a:alpha val="92000"/>
            </a:srgbClr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4231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EVENTS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9224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Vibrant celebrations of faith, culture, and the joy of Orthodox life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0"/>
            <a:ext cx="5120640" cy="5143500"/>
          </a:xfrm>
          <a:prstGeom prst="rect">
            <a:avLst/>
          </a:prstGeom>
          <a:solidFill>
            <a:srgbClr val="1C1512">
              <a:alpha val="7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7315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25196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PILLAR 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51960" y="640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519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Compassion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51960" y="1554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walk alongside Romanian families and individuals with practical love and spiritual care: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2402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1772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Emergency financial assistance &amp; charitable aid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74320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697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Family counseling and pastoral care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2461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3200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immigrant integration support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74904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17720" y="3703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Youth mentorship &amp; educational resources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425196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1772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guidance through life's transitions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C1512">
              <a:alpha val="6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PILLAR TWO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Family Away From Home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00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Parish-based &amp; online small faith groups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488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Intergenerational mentorship programs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517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Prayer chains &amp; spiritual companionship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546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Cultural &amp; linguistic heritage initiatives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5760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52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digital platform for the diaspora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0"/>
            <a:ext cx="5120640" cy="5143500"/>
          </a:xfrm>
          <a:prstGeom prst="rect">
            <a:avLst/>
          </a:prstGeom>
          <a:solidFill>
            <a:srgbClr val="1C1512">
              <a:alpha val="7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7315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25196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PILLAR THREE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51960" y="640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519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Celebrating Faith &amp; Heritage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459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17720" y="1600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Holy Liturgy &amp; major feast day services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1488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Romanian cultural festivals &amp; traditions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6517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17720" y="2606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Educational workshops &amp; faith lectures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1546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17720" y="3108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Youth retreats and family gatherings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365760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17720" y="3611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charity galas &amp; outreach events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51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OUR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Sustainable Ministry Through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Monthly Subscription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Trinity operates as a 501(c)(3) nonprofit, sustained by the faithful monthly commitments of our community. This model ensures stable, long-term impact and allows us to plan meaningful programs without the uncertainty of one-time giving.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FDF8F0">
              <a:alpha val="94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Companion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 / month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Prayer support • Newsletter • Event updates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42316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FDF8F0">
              <a:alpha val="98000"/>
            </a:srgbClr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Family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 / month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Companion benefits + Event discounts • Small group 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42316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3F1213">
              <a:alpha val="88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Patron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 / month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Family benefits + Private events • Recognition • Direct impact reports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512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ENDORSED &amp; TRUSTED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DF8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Building Legacy Together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F0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Trinity is honored to serve under the blessing and endorsement of: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F1213">
              <a:alpha val="82000"/>
            </a:srgbClr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Romanian Consulate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Los Angeles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7373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F1213">
              <a:alpha val="82000"/>
            </a:srgbClr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Romanian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Patriarchate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Join the Trinity Family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DF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Subscription  •  Volunteer  •  Partner with Us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"Where two or three are gathered in My name, there I am in the midst of them."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8D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Matthew 18:20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B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Trinity Ministry  |  Romanian Orthodox Diaspora  |  Los Angeles, California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Trinity - Romanian Orthodox Diaspora Ministry</dc:title>
  <dc:subject>Nonprofit presentation for Romanian community church diaspora in the United States</dc:subject>
  <dc:creator>Trinity Ministry</dc:creator>
  <cp:lastModifiedBy>Trinity Ministry</cp:lastModifiedBy>
  <cp:revision>1</cp:revision>
  <dcterms:created xsi:type="dcterms:W3CDTF">2026-07-11T07:08:58Z</dcterms:created>
  <dcterms:modified xsi:type="dcterms:W3CDTF">2026-07-11T07:08:58Z</dcterms:modified>
</cp:coreProperties>
</file>